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6/16/2026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6/16/2026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6/16/2026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6/16/2026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6/16/2026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6/16/2026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850906-8E75-CF4F-B664-61F5871C2D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Trabalho Apostas Online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AFC539-B1DA-743F-365A-F2410CF042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Programação Avançada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6905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23EF303C-AB1A-DFFC-4F7C-E4764961B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018" y="165754"/>
            <a:ext cx="9613963" cy="652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840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09D720-E180-DBE7-FE99-D53821DE1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Usuários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CFCAC1B-8F15-F0BC-064E-6A2083888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7730" y="1227657"/>
            <a:ext cx="7796540" cy="3997828"/>
          </a:xfrm>
        </p:spPr>
        <p:txBody>
          <a:bodyPr/>
          <a:lstStyle/>
          <a:p>
            <a:r>
              <a:rPr lang="pt-BR" dirty="0"/>
              <a:t>O sistema guarda as informações básicas de quem se cadastra: nome, login, senha e quanto dinheiro (saldo) a pessoa tem na conta. Ele consegue diferenciar se quem está usando é um Apostador comum ou um Administrador (dono do sistema).Para o Apostador: Existe uma tela onde ele pode conferir quanto dinheiro tem, fazer novas apostas e ver a lista de todas as apostas que já fez antes.</a:t>
            </a:r>
          </a:p>
        </p:txBody>
      </p:sp>
    </p:spTree>
    <p:extLst>
      <p:ext uri="{BB962C8B-B14F-4D97-AF65-F5344CB8AC3E}">
        <p14:creationId xmlns:p14="http://schemas.microsoft.com/office/powerpoint/2010/main" val="3229510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90698E-67EF-9C7F-EF61-A10103812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Aposta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2E6956C-5116-05F4-B45E-832DC26A4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7730" y="1885285"/>
            <a:ext cx="7796540" cy="3997828"/>
          </a:xfrm>
        </p:spPr>
        <p:txBody>
          <a:bodyPr>
            <a:normAutofit lnSpcReduction="10000"/>
          </a:bodyPr>
          <a:lstStyle/>
          <a:p>
            <a:r>
              <a:rPr lang="pt-BR" dirty="0"/>
              <a:t>Quando uma aposta é feita, o sistema anota tudo: quem é o usuário, qual é o jogo, quanto dinheiro ele apostou e qual foi o palpite (Casa, Empate ou Fora).Ele já calcula automaticamente qual será o prêmio (ganho potencial) caso a pessoa acerte o palpite. A aposta tem um acompanhamento de status: ela fica como Pendente enquanto o jogo não acaba e, depois, muda para Ganha ou Perdida. O sistema faz toda a parte financeira por trás das cortinas: ele processa a aposta (descontando o valor do saldo do usuário), repassa o prêmio aos vencedores quando o administrador encerra o jogo e calcula a margem de lucro da casa de apostas.</a:t>
            </a:r>
          </a:p>
        </p:txBody>
      </p:sp>
    </p:spTree>
    <p:extLst>
      <p:ext uri="{BB962C8B-B14F-4D97-AF65-F5344CB8AC3E}">
        <p14:creationId xmlns:p14="http://schemas.microsoft.com/office/powerpoint/2010/main" val="517927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9B5E77-DF2E-F026-63C6-989B4022B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Evento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BEA53C-53E2-46A4-8343-FBF4ECC15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7730" y="1885285"/>
            <a:ext cx="7796540" cy="3997828"/>
          </a:xfrm>
        </p:spPr>
        <p:txBody>
          <a:bodyPr/>
          <a:lstStyle/>
          <a:p>
            <a:r>
              <a:rPr lang="pt-BR" dirty="0"/>
              <a:t>Cada jogo no sistema tem o nome do time da casa, o time visitante e os valores dos multiplicadores de prêmio (as chamadas </a:t>
            </a:r>
            <a:r>
              <a:rPr lang="pt-BR" dirty="0" err="1"/>
              <a:t>odds</a:t>
            </a:r>
            <a:r>
              <a:rPr lang="pt-BR" dirty="0"/>
              <a:t> ou cotações) para as três situações: vitória da casa, empate ou vitória do visitante. O jogo pode estar com o status Aberto (aceitando apostas) ou Encerrado (quando o resultado final já foi definido).O sistema permite que os usuários vejam uma lista com todos os jogos que ainda estão abertos para apostar. Para o Administrador: Ele tem uma tela especial apenas para criar novos jogos no sistema e para encerrar os jogos que já terminaram, informando o placar/resultado final.</a:t>
            </a:r>
          </a:p>
        </p:txBody>
      </p:sp>
    </p:spTree>
    <p:extLst>
      <p:ext uri="{BB962C8B-B14F-4D97-AF65-F5344CB8AC3E}">
        <p14:creationId xmlns:p14="http://schemas.microsoft.com/office/powerpoint/2010/main" val="4028891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6F114F-7F11-A634-FCB4-C529D3570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81097" y="3116541"/>
            <a:ext cx="7958331" cy="1077229"/>
          </a:xfrm>
        </p:spPr>
        <p:txBody>
          <a:bodyPr/>
          <a:lstStyle/>
          <a:p>
            <a:r>
              <a:rPr lang="pt-BR" dirty="0"/>
              <a:t>Demonstração</a:t>
            </a:r>
          </a:p>
        </p:txBody>
      </p:sp>
    </p:spTree>
    <p:extLst>
      <p:ext uri="{BB962C8B-B14F-4D97-AF65-F5344CB8AC3E}">
        <p14:creationId xmlns:p14="http://schemas.microsoft.com/office/powerpoint/2010/main" val="1436079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DF556F-CD4F-64D5-B60D-B61C0A30D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Obrigado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AB0FCA-84C1-2015-4E6A-0FC281A362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Alunos:</a:t>
            </a:r>
          </a:p>
          <a:p>
            <a:pPr>
              <a:buFontTx/>
              <a:buChar char="-"/>
            </a:pPr>
            <a:r>
              <a:rPr lang="pt-BR" dirty="0"/>
              <a:t>Matheus </a:t>
            </a:r>
            <a:r>
              <a:rPr lang="pt-BR" dirty="0" err="1"/>
              <a:t>Kaniss</a:t>
            </a:r>
            <a:endParaRPr lang="pt-BR" dirty="0"/>
          </a:p>
          <a:p>
            <a:pPr>
              <a:buFontTx/>
              <a:buChar char="-"/>
            </a:pPr>
            <a:r>
              <a:rPr lang="pt-BR" dirty="0"/>
              <a:t>Douglas Inocêncio</a:t>
            </a:r>
          </a:p>
          <a:p>
            <a:pPr>
              <a:buFontTx/>
              <a:buChar char="-"/>
            </a:pPr>
            <a:r>
              <a:rPr lang="pt-BR" dirty="0"/>
              <a:t>Yuri Gabriel</a:t>
            </a:r>
          </a:p>
        </p:txBody>
      </p:sp>
    </p:spTree>
    <p:extLst>
      <p:ext uri="{BB962C8B-B14F-4D97-AF65-F5344CB8AC3E}">
        <p14:creationId xmlns:p14="http://schemas.microsoft.com/office/powerpoint/2010/main" val="1045295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{2E776B10-B399-42D1-8E39-15DF5A4C90F9}TF37254b02-f5b5-44b0-803d-e6af9466a02417627056-1f29dbaacecc</Template>
  <TotalTime>45</TotalTime>
  <Words>345</Words>
  <Application>Microsoft Office PowerPoint</Application>
  <PresentationFormat>Widescreen</PresentationFormat>
  <Paragraphs>14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Arial</vt:lpstr>
      <vt:lpstr>MS Shell Dlg 2</vt:lpstr>
      <vt:lpstr>Wingdings</vt:lpstr>
      <vt:lpstr>Wingdings 3</vt:lpstr>
      <vt:lpstr>Madison</vt:lpstr>
      <vt:lpstr>Trabalho Apostas Online</vt:lpstr>
      <vt:lpstr>Apresentação do PowerPoint</vt:lpstr>
      <vt:lpstr>Usuários</vt:lpstr>
      <vt:lpstr>Aposta</vt:lpstr>
      <vt:lpstr>Evento</vt:lpstr>
      <vt:lpstr>Demonstração</vt:lpstr>
      <vt:lpstr>Obrigado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Douglas Inocencio</dc:creator>
  <cp:lastModifiedBy>Douglas Inocencio</cp:lastModifiedBy>
  <cp:revision>1</cp:revision>
  <dcterms:created xsi:type="dcterms:W3CDTF">2026-06-16T23:34:04Z</dcterms:created>
  <dcterms:modified xsi:type="dcterms:W3CDTF">2026-06-17T00:19:45Z</dcterms:modified>
</cp:coreProperties>
</file>